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d2d5afb-f8ed-3ce6-a5aa-40f860059c4c}">
          <p14:sldIdLst>
            <p14:sldId id="256"/>
          </p14:sldIdLst>
        </p14:section>
        <p14:section name="Metodologia" id="{ddb77900-f72e-8402-9c45-4de499384ba1}">
          <p14:sldIdLst>
            <p14:sldId id="257"/>
          </p14:sldIdLst>
        </p14:section>
        <p14:section name="Analisi funzionale" id="{00922fe4-b224-0cf0-e05d-32d6a814251d}">
          <p14:sldIdLst>
            <p14:sldId id="258"/>
            <p14:sldId id="259"/>
          </p14:sldIdLst>
        </p14:section>
        <p14:section name="Già realtà" id="{e295eebb-c702-6b17-e76d-270eaa1c86d6}">
          <p14:sldIdLst>
            <p14:sldId id="260"/>
          </p14:sldIdLst>
        </p14:section>
        <p14:section name="Architettura e ruoli" id="{0bb06659-4a27-0c9f-13d5-29b0968cdb29}">
          <p14:sldIdLst>
            <p14:sldId id="261"/>
            <p14:sldId id="262"/>
          </p14:sldIdLst>
        </p14:section>
        <p14:section name="Novità" id="{2e182f74-96d2-2099-8183-8deb2d564a14}">
          <p14:sldIdLst>
            <p14:sldId id="263"/>
          </p14:sldIdLst>
        </p14:section>
        <p14:section name="Punti aperti" id="{2b073e29-81e8-e57d-1771-e6cfd2680291}">
          <p14:sldIdLst>
            <p14:sldId id="264"/>
            <p14:sldId id="265"/>
            <p14:sldId id="266"/>
            <p14:sldId id="267"/>
            <p14:sldId id="268"/>
          </p14:sldIdLst>
        </p14:section>
        <p14:section name="Scelte da prendere" id="{bd5d5a38-1213-1843-15bf-3d8cee1a3cc7}">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20 ottobre 2026 (revisione 2.7):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121 versioni, 33 script del database e 6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20 ottobre 2026 · rev. 2.7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20 ottobre 2026 · rev. 2.7</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33</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≈31.900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121</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33</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≈31.900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e 20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riordinati per ruolo, «Marketplaces» in arrivo; 8 documenti ufficiali v1.2 e questa presentazione per gli Amministratori</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Registro di sicurezza: accessi, tentativi falliti, cambi di permessi</a:t>
            </a:r>
            <a:endParaRPr lang="en-US" sz="1350" dirty="0"/>
          </a:p>
          <a:p>
            <a:pPr marL="342900" indent="-342900">
              <a:spcAft>
                <a:spcPts val="700"/>
              </a:spcAft>
              <a:buSzPct val="100000"/>
              <a:buChar char="•"/>
            </a:pPr>
            <a:r>
              <a:rPr lang="en-US" sz="1350" dirty="0">
                <a:solidFill>
                  <a:schemeClr val="tx1"/>
                </a:solidFill>
              </a:rPr>
              <a:t>Verifica in due passaggi per lo staff (pronta, spenta) e scadenza delle sessioni</a:t>
            </a:r>
            <a:endParaRPr lang="en-US" sz="1350" dirty="0"/>
          </a:p>
          <a:p>
            <a:pPr marL="342900" indent="-342900">
              <a:spcAft>
                <a:spcPts val="700"/>
              </a:spcAft>
              <a:buSzPct val="100000"/>
              <a:buChar char="•"/>
            </a:pPr>
            <a:r>
              <a:rPr lang="en-US" sz="1350" dirty="0">
                <a:solidFill>
                  <a:schemeClr val="tx1"/>
                </a:solidFill>
              </a:rPr>
              <a:t>Antivirus sui file; verifica OWASP, test di intrusione, librerie aggiornate</a:t>
            </a:r>
            <a:endParaRPr lang="en-US" sz="1350" dirty="0"/>
          </a:p>
          <a:p>
            <a:pPr marL="342900" indent="-342900">
              <a:spcAft>
                <a:spcPts val="700"/>
              </a:spcAft>
              <a:buSzPct val="100000"/>
              <a:buChar char="•"/>
            </a:pPr>
            <a:r>
              <a:rPr lang="en-US" sz="1350" dirty="0">
                <a:solidFill>
                  <a:schemeClr val="tx1"/>
                </a:solidFill>
              </a:rPr>
              <a:t>Backup: archivio completo e istruzioni di ripristino fatti (19/10); da attivare copie automatiche di database e file, ambiente di prova,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completo delle nuove funzioni (crediti emessi, reclami, tariffe)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(online, due metodi), assistente virtuale (attivo dal 19/10; poi messaggi d'errore in italiano, Operatori e aiuto sulla pratica); utenti online per l'amministratore principale (in sviluppo)</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2026-10-20T13:45:30Z</dcterms:created>
  <dcterms:modified xsi:type="dcterms:W3CDTF">2026-10-20T13:45:30Z</dcterms:modified>
</cp:coreProperties>
</file>