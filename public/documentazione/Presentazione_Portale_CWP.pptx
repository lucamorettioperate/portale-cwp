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fd3adc2-d005-ef74-6a75-76b19b437f57}">
          <p14:sldIdLst>
            <p14:sldId id="256"/>
          </p14:sldIdLst>
        </p14:section>
        <p14:section name="Metodologia" id="{4841dc62-dec2-ee1f-a0c6-f183464f1a9b}">
          <p14:sldIdLst>
            <p14:sldId id="257"/>
          </p14:sldIdLst>
        </p14:section>
        <p14:section name="Analisi funzionale" id="{86a39a2f-6825-1ea3-bac4-a815e207d50c}">
          <p14:sldIdLst>
            <p14:sldId id="258"/>
            <p14:sldId id="259"/>
          </p14:sldIdLst>
        </p14:section>
        <p14:section name="Già realtà" id="{773cd932-d0ba-6695-1855-b666ad93beff}">
          <p14:sldIdLst>
            <p14:sldId id="260"/>
          </p14:sldIdLst>
        </p14:section>
        <p14:section name="Architettura e ruoli" id="{55ed6f73-40e1-bb33-fffb-ebc0d1911b17}">
          <p14:sldIdLst>
            <p14:sldId id="261"/>
            <p14:sldId id="262"/>
          </p14:sldIdLst>
        </p14:section>
        <p14:section name="Novità" id="{b299f576-8413-ffdc-6ccd-28aa51eb1917}">
          <p14:sldIdLst>
            <p14:sldId id="263"/>
          </p14:sldIdLst>
        </p14:section>
        <p14:section name="Punti aperti" id="{fe634d0f-4ab1-b6fb-e180-4e3bb877269c}">
          <p14:sldIdLst>
            <p14:sldId id="264"/>
            <p14:sldId id="265"/>
            <p14:sldId id="266"/>
            <p14:sldId id="267"/>
            <p14:sldId id="268"/>
          </p14:sldIdLst>
        </p14:section>
        <p14:section name="Scelte da prendere" id="{1d176e96-c04f-b2d4-8db5-729fb5ac488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19 ottobre 2026 (revisione 2.0):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111 versioni, 30 script del database e 5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basato sui modelli Claude di Anthropic, integrato nel portale, aiuta Comuni e Operatori ma non decide; costi d'uso e dati leggibili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19 ottobre 2026 · rev. 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19 ottobre 2026 · rev. 2.0</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30</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5</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≈28.600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111</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30</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≈28.600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con accesso completo; luca.moretti@operate.it è il principale e non si modifica né si cancella; si eliminano solo gli utenti mai attivi</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Notifiche</a:t>
            </a:r>
            <a:endParaRPr lang="en-US" sz="1350" dirty="0"/>
          </a:p>
          <a:p>
            <a:pPr indent="0" marL="0">
              <a:spcAft>
                <a:spcPts val="500"/>
              </a:spcAft>
              <a:buNone/>
            </a:pPr>
            <a:r>
              <a:rPr lang="en-US" sz="1200" dirty="0">
                <a:solidFill>
                  <a:schemeClr val="tx1"/>
                </a:solidFill>
              </a:rPr>
              <a:t>la tendina della campanella resta sempre nello schermo</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secondo metodo «per utenza, solo utenze virtuose», come nell'Allegato A EsaCom, con buffer del Capitolo 7</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il portale qualifica il modello, il Comune non acquista un servizio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di stima), assistente virtuale Claude;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in arrivo"/>
          <p:cNvSpPr/>
          <p:nvPr/>
        </p:nvSpPr>
        <p:spPr>
          <a:xfrm>
            <a:off x="8778240" y="2029968"/>
            <a:ext cx="118872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118872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IN ARRIVO</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i Comuni</a:t>
            </a:r>
            <a:endParaRPr lang="en-US" sz="1250" dirty="0"/>
          </a:p>
          <a:p>
            <a:pPr indent="0" marL="0">
              <a:spcAft>
                <a:spcPts val="600"/>
              </a:spcAft>
              <a:buNone/>
            </a:pPr>
            <a:r>
              <a:rPr lang="en-US" sz="1250" dirty="0">
                <a:solidFill>
                  <a:schemeClr val="tx1"/>
                </a:solidFill>
              </a:rPr>
              <a:t>come compilare, cosa manca nella pratica, come preparare il tracciato dati</a:t>
            </a:r>
            <a:endParaRPr lang="en-US" sz="1250" dirty="0"/>
          </a:p>
          <a:p>
            <a:pPr indent="0" marL="0">
              <a:spcAft>
                <a:spcPts val="600"/>
              </a:spcAft>
              <a:buNone/>
            </a:pPr>
            <a:r>
              <a:rPr lang="en-US" sz="1250" b="1" dirty="0">
                <a:solidFill>
                  <a:schemeClr val="tx2"/>
                </a:solidFill>
              </a:rPr>
              <a:t>Per gli Operatori</a:t>
            </a:r>
            <a:endParaRPr lang="en-US" sz="1250" dirty="0"/>
          </a:p>
          <a:p>
            <a:pPr indent="0" marL="0">
              <a:spcAft>
                <a:spcPts val="600"/>
              </a:spcAft>
              <a:buNone/>
            </a:pPr>
            <a:r>
              <a:rPr lang="en-US" sz="1250" dirty="0">
                <a:solidFill>
                  <a:schemeClr val="tx1"/>
                </a:solidFill>
              </a:rPr>
              <a:t>controllo dei documenti, bozze di richieste di integrazione e di risposte, spiegazione del calcolo</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supporto, fuori dal flusso decisionale; legge solo i dati permessi; ogni azione nell'audit</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modelli Claude di Anthropic tramite una funzione sul server; la chiave resta in Supabase</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2026-10-19T15:26:30Z</dcterms:created>
  <dcterms:modified xsi:type="dcterms:W3CDTF">2026-10-19T15:26:30Z</dcterms:modified>
</cp:coreProperties>
</file>