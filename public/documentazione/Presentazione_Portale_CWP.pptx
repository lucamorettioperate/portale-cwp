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86038c2-e6bc-34c1-1572-aecc7d68e041}">
          <p14:sldIdLst>
            <p14:sldId id="256"/>
          </p14:sldIdLst>
        </p14:section>
        <p14:section name="Metodologia" id="{8339a078-da6a-7b9b-7c10-52885fbc96ca}">
          <p14:sldIdLst>
            <p14:sldId id="257"/>
          </p14:sldIdLst>
        </p14:section>
        <p14:section name="Analisi funzionale" id="{7e151900-7bc4-5dd0-54e7-9b5af9a7cdee}">
          <p14:sldIdLst>
            <p14:sldId id="258"/>
            <p14:sldId id="259"/>
          </p14:sldIdLst>
        </p14:section>
        <p14:section name="Già realtà" id="{020f0b95-6fea-3afc-8ac0-1208eb709dea}">
          <p14:sldIdLst>
            <p14:sldId id="260"/>
          </p14:sldIdLst>
        </p14:section>
        <p14:section name="Architettura e ruoli" id="{75c8600f-d362-adac-6fd3-336154ea39ab}">
          <p14:sldIdLst>
            <p14:sldId id="261"/>
            <p14:sldId id="262"/>
          </p14:sldIdLst>
        </p14:section>
        <p14:section name="Novità" id="{d5073bfe-1d4e-6caa-4263-0fa0591b3026}">
          <p14:sldIdLst>
            <p14:sldId id="263"/>
          </p14:sldIdLst>
        </p14:section>
        <p14:section name="Punti aperti" id="{99a768f6-4d6d-1680-7195-4431f2d79c25}">
          <p14:sldIdLst>
            <p14:sldId id="264"/>
            <p14:sldId id="265"/>
            <p14:sldId id="266"/>
            <p14:sldId id="267"/>
            <p14:sldId id="268"/>
          </p14:sldIdLst>
        </p14:section>
        <p14:section name="Scelte da prendere" id="{7723507d-81b1-9ee5-cff8-ed1c8a3a6b6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2.4):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116 versioni, 32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2.4</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32</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≈31.000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116</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32</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≈31.000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non si modifica né si cancella, e vede chi è online, su quale pagina e da quanto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2026-10-20T11:29:09Z</dcterms:created>
  <dcterms:modified xsi:type="dcterms:W3CDTF">2026-10-20T11:29:09Z</dcterms:modified>
</cp:coreProperties>
</file>