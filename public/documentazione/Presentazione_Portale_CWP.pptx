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020b8ea-75b7-6335-c8c0-5a126b74730d}">
          <p14:sldIdLst>
            <p14:sldId id="256"/>
          </p14:sldIdLst>
        </p14:section>
        <p14:section name="Metodologia" id="{e9b60671-3a7b-234a-646d-c71b1912a013}">
          <p14:sldIdLst>
            <p14:sldId id="257"/>
          </p14:sldIdLst>
        </p14:section>
        <p14:section name="Analisi funzionale" id="{8b195e39-8bff-d44d-d9cc-0f703a0085c1}">
          <p14:sldIdLst>
            <p14:sldId id="258"/>
            <p14:sldId id="259"/>
          </p14:sldIdLst>
        </p14:section>
        <p14:section name="Già realtà" id="{9b56cd69-9048-7630-76b0-733bfc305b53}">
          <p14:sldIdLst>
            <p14:sldId id="260"/>
          </p14:sldIdLst>
        </p14:section>
        <p14:section name="Architettura e ruoli" id="{06bacbb1-e841-4b26-c19f-af95044424e2}">
          <p14:sldIdLst>
            <p14:sldId id="261"/>
            <p14:sldId id="262"/>
          </p14:sldIdLst>
        </p14:section>
        <p14:section name="Novità" id="{2dd705d3-520c-8e0c-575e-dfbede3df265}">
          <p14:sldIdLst>
            <p14:sldId id="263"/>
          </p14:sldIdLst>
        </p14:section>
        <p14:section name="Punti aperti" id="{463577cf-8950-f50b-2f6b-9e8c1290604f}">
          <p14:sldIdLst>
            <p14:sldId id="264"/>
            <p14:sldId id="265"/>
            <p14:sldId id="266"/>
            <p14:sldId id="267"/>
            <p14:sldId id="268"/>
          </p14:sldIdLst>
        </p14:section>
        <p14:section name="Scelte da prendere" id="{ac04c7dd-d479-52e7-bdf4-9be2552045b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19 ottobre 2026 (revisione 2.1):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112 versioni, 31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da attivare):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Per attivarlo serve una chiave della Claude Console inserita da Luca nei segreti di Supabase: l'uso API è fatturato a parte rispetto ai piani claude.ai, ma con un piano Max o Team si possono collegare i crediti API mensili del piano all'organizzazione della Console.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19 ottobre 2026 · rev. 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19 ottobre 2026 · rev. 2.1</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31</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≈29.200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112</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≈29.200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con accesso completo; luca.moretti@operate.it è il principale e non si modifica né si cancella; si eliminano solo gli utenti mai attivi</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risponde dai manuali e dalle tariffe (da attivare)</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secondo metodo «per utenza, solo utenze virtuose», come nell'Allegato A EsaCom, con buffer del Capitolo 7</a:t>
            </a:r>
            <a:endParaRPr lang="en-US" sz="1350" dirty="0"/>
          </a:p>
          <a:p>
            <a:pPr indent="0" marL="0">
              <a:spcAft>
                <a:spcPts val="500"/>
              </a:spcAft>
              <a:buNone/>
            </a:pPr>
            <a:r>
              <a:rPr lang="en-US" sz="1350" b="1" dirty="0">
                <a:solidFill>
                  <a:schemeClr val="tx2"/>
                </a:solidFill>
              </a:rPr>
              <a:t>Documentazione</a:t>
            </a:r>
            <a:endParaRPr lang="en-US" sz="1350" dirty="0"/>
          </a:p>
          <a:p>
            <a:pPr indent="0" marL="0">
              <a:spcAft>
                <a:spcPts val="500"/>
              </a:spcAft>
              <a:buNone/>
            </a:pPr>
            <a:r>
              <a:rPr lang="en-US" sz="1200" dirty="0">
                <a:solidFill>
                  <a:schemeClr val="tx1"/>
                </a:solidFill>
              </a:rPr>
              <a:t>gli 8 documenti ufficiali del Programma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(pronto, da attivare con la chiave);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pront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PRONTO · DA ATTIVARE</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chiave della Console (crediti API mensili di un piano Max o Team); poi Operatori e aiuto sulla pratica</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2026-10-19T15:37:30Z</dcterms:created>
  <dcterms:modified xsi:type="dcterms:W3CDTF">2026-10-19T15:37:30Z</dcterms:modified>
</cp:coreProperties>
</file>