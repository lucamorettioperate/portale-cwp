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764f858-4a5a-cbcf-bbff-53ca1659af27}">
          <p14:sldIdLst>
            <p14:sldId id="256"/>
          </p14:sldIdLst>
        </p14:section>
        <p14:section name="Metodologia" id="{3ca88c82-d409-4ff8-8c0b-c0ecb883c577}">
          <p14:sldIdLst>
            <p14:sldId id="257"/>
          </p14:sldIdLst>
        </p14:section>
        <p14:section name="Analisi funzionale" id="{bbcfda94-a260-b3d0-505b-ee8a3d6d6090}">
          <p14:sldIdLst>
            <p14:sldId id="258"/>
            <p14:sldId id="259"/>
          </p14:sldIdLst>
        </p14:section>
        <p14:section name="Già realtà" id="{43986d8e-6acf-ed87-8fcc-2a110d69635b}">
          <p14:sldIdLst>
            <p14:sldId id="260"/>
          </p14:sldIdLst>
        </p14:section>
        <p14:section name="Architettura e ruoli" id="{0d8cd8b9-9e97-a6ef-7cc5-ed3579b81464}">
          <p14:sldIdLst>
            <p14:sldId id="261"/>
            <p14:sldId id="262"/>
          </p14:sldIdLst>
        </p14:section>
        <p14:section name="Novità" id="{39a78928-7fc8-384a-90d6-d3b0de56b63c}">
          <p14:sldIdLst>
            <p14:sldId id="263"/>
            <p14:sldId id="264"/>
          </p14:sldIdLst>
        </p14:section>
        <p14:section name="Punti aperti" id="{86fb6a3f-d7cd-7057-ae3e-fde3dd5ab4e1}">
          <p14:sldIdLst>
            <p14:sldId id="265"/>
            <p14:sldId id="266"/>
            <p14:sldId id="267"/>
            <p14:sldId id="268"/>
            <p14:sldId id="269"/>
          </p14:sldIdLst>
        </p14:section>
        <p14:section name="Scelte da prendere" id="{d21a8fa7-dcda-c6be-5f4e-588fc6abe77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23 ottobre 2026 (revisione 3.9):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175 versioni, 42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23 ottobre 2026 · rev. 3.9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23 ottobre 2026 · rev. 3.9</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42</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≈40.000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175</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42</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≈40.000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prezzo di riferimento 32 €</a:t>
            </a:r>
            <a:endParaRPr lang="en-US" sz="1300" dirty="0"/>
          </a:p>
        </p:txBody>
      </p:sp>
      <p:sp>
        <p:nvSpPr>
          <p:cNvPr id="9" name="Valore crediti Chi vede"/>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Chi vede</a:t>
            </a:r>
            <a:endParaRPr lang="en-US" sz="1300" dirty="0"/>
          </a:p>
          <a:p>
            <a:pPr indent="0" marL="0">
              <a:buNone/>
            </a:pPr>
            <a:r>
              <a:rPr lang="en-US" sz="1150" dirty="0">
                <a:solidFill>
                  <a:schemeClr val="tx1"/>
                </a:solidFill>
              </a:rPr>
              <a:t>staff: tutto; Comuni: solo i propri dati</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2026-10-23T08:48:32Z</dcterms:created>
  <dcterms:modified xsi:type="dcterms:W3CDTF">2026-10-23T08:48:32Z</dcterms:modified>
</cp:coreProperties>
</file>