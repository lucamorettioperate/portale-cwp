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a570d48-dd66-debe-3a99-4b5460175aee}">
          <p14:sldIdLst>
            <p14:sldId id="256"/>
          </p14:sldIdLst>
        </p14:section>
        <p14:section name="Metodologia" id="{b6edd4c9-3ec2-d8b9-3107-43776607cae8}">
          <p14:sldIdLst>
            <p14:sldId id="257"/>
          </p14:sldIdLst>
        </p14:section>
        <p14:section name="Analisi funzionale" id="{6e52da88-0a01-2687-a589-a1ef96b02993}">
          <p14:sldIdLst>
            <p14:sldId id="258"/>
            <p14:sldId id="259"/>
          </p14:sldIdLst>
        </p14:section>
        <p14:section name="Già realtà" id="{cbb81de3-b1f4-d2ae-2e1e-671212067a3a}">
          <p14:sldIdLst>
            <p14:sldId id="260"/>
          </p14:sldIdLst>
        </p14:section>
        <p14:section name="Architettura e ruoli" id="{883b6f21-bda6-3bb8-fe0f-d6ad51280ed9}">
          <p14:sldIdLst>
            <p14:sldId id="261"/>
            <p14:sldId id="262"/>
          </p14:sldIdLst>
        </p14:section>
        <p14:section name="Novità" id="{f5127522-d178-ffaf-84f3-6163f8e220f2}">
          <p14:sldIdLst>
            <p14:sldId id="263"/>
          </p14:sldIdLst>
        </p14:section>
        <p14:section name="Punti aperti" id="{2f7c5d5e-2df6-6df4-e27e-307c5435a3ab}">
          <p14:sldIdLst>
            <p14:sldId id="264"/>
            <p14:sldId id="265"/>
            <p14:sldId id="266"/>
            <p14:sldId id="267"/>
            <p14:sldId id="268"/>
          </p14:sldIdLst>
        </p14:section>
        <p14:section name="Scelte da prendere" id="{ea175a21-2a88-6b78-f7ef-5356118c653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19 ottobre 2026 (revisione 2.3):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115 versioni, 31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19 ottobre 2026 · rev. 2.3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19 ottobre 2026 · rev. 2.3</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31</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≈29.900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115</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≈29.900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con accesso completo; luca.moretti@operate.it è il principale e non si modifica né si cancella; si eliminano solo gli utenti mai attivi</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risponde dai manuali e dalle tariffe (attivo dal 19/10)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secondo metodo «per utenza, solo utenze virtuose», come nell'Allegato A EsaCom, con buffer del Capitolo 7</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messaggi d'errore in italiano,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2026-10-19T16:36:44Z</dcterms:created>
  <dcterms:modified xsi:type="dcterms:W3CDTF">2026-10-19T16:36:44Z</dcterms:modified>
</cp:coreProperties>
</file>