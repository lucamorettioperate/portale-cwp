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7b6d574-915f-13af-8c85-ada9343d9c69}">
          <p14:sldIdLst>
            <p14:sldId id="256"/>
          </p14:sldIdLst>
        </p14:section>
        <p14:section name="Metodologia" id="{b6654f39-dfd0-c9b9-1c38-1284a961a780}">
          <p14:sldIdLst>
            <p14:sldId id="257"/>
          </p14:sldIdLst>
        </p14:section>
        <p14:section name="Analisi funzionale" id="{7bcafd94-acca-706a-b07d-6fc9306a2f54}">
          <p14:sldIdLst>
            <p14:sldId id="258"/>
            <p14:sldId id="259"/>
          </p14:sldIdLst>
        </p14:section>
        <p14:section name="Già realtà" id="{e113a312-723a-cad1-ec84-5773ef8422ed}">
          <p14:sldIdLst>
            <p14:sldId id="260"/>
          </p14:sldIdLst>
        </p14:section>
        <p14:section name="Architettura e ruoli" id="{c6186103-b632-987d-059b-3576da067abc}">
          <p14:sldIdLst>
            <p14:sldId id="261"/>
            <p14:sldId id="262"/>
          </p14:sldIdLst>
        </p14:section>
        <p14:section name="Novità" id="{b5b2c17f-172b-55bf-23fd-3120716b3d9a}">
          <p14:sldIdLst>
            <p14:sldId id="263"/>
          </p14:sldIdLst>
        </p14:section>
        <p14:section name="Punti aperti" id="{4f087328-aa5e-45b0-64b4-70e70208df47}">
          <p14:sldIdLst>
            <p14:sldId id="264"/>
            <p14:sldId id="265"/>
            <p14:sldId id="266"/>
            <p14:sldId id="267"/>
            <p14:sldId id="268"/>
          </p14:sldIdLst>
        </p14:section>
        <p14:section name="Scelte da prendere" id="{41e7538e-6cf0-c04f-b128-55ad44c66fe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21 ottobre 2026 (revisione 3.1):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135 versioni, 35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21 ottobre 2026 · rev. 3.1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21 ottobre 2026 · rev. 3.1</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35</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≈34.700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135</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35</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≈34.700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riordinati per ruolo, «Marketplaces» in arrivo; 8 documenti ufficiali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su Google Drive alle 13 e alle 21 (pronto dal 21/10, da installare)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2026-10-21T09:43:12Z</dcterms:created>
  <dcterms:modified xsi:type="dcterms:W3CDTF">2026-10-21T09:43:12Z</dcterms:modified>
</cp:coreProperties>
</file>