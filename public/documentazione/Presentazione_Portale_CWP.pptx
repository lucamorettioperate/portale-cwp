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0d9e01a-b2a9-5dbc-cce0-782323e649ee}">
          <p14:sldIdLst>
            <p14:sldId id="256"/>
          </p14:sldIdLst>
        </p14:section>
        <p14:section name="Metodologia" id="{31b25c3f-281e-41e6-63c8-58de32924162}">
          <p14:sldIdLst>
            <p14:sldId id="257"/>
          </p14:sldIdLst>
        </p14:section>
        <p14:section name="Analisi funzionale" id="{03598c86-10c2-a810-35bb-83a9ac1ed199}">
          <p14:sldIdLst>
            <p14:sldId id="258"/>
            <p14:sldId id="259"/>
          </p14:sldIdLst>
        </p14:section>
        <p14:section name="Già realtà" id="{a47f6021-85b7-3b84-6eec-6a3b93ef03c9}">
          <p14:sldIdLst>
            <p14:sldId id="260"/>
          </p14:sldIdLst>
        </p14:section>
        <p14:section name="Architettura e ruoli" id="{c84ca814-bc87-14e9-e05e-d568e61a1e0d}">
          <p14:sldIdLst>
            <p14:sldId id="261"/>
            <p14:sldId id="262"/>
          </p14:sldIdLst>
        </p14:section>
        <p14:section name="Novità" id="{f669aacf-977b-a789-ceae-e5a4a5d99b3c}">
          <p14:sldIdLst>
            <p14:sldId id="263"/>
          </p14:sldIdLst>
        </p14:section>
        <p14:section name="Punti aperti" id="{62e6af7d-d6d0-5dbb-3a02-93a2c5813e78}">
          <p14:sldIdLst>
            <p14:sldId id="264"/>
            <p14:sldId id="265"/>
            <p14:sldId id="266"/>
            <p14:sldId id="267"/>
            <p14:sldId id="268"/>
          </p14:sldIdLst>
        </p14:section>
        <p14:section name="Scelte da prendere" id="{7529474b-85b4-b1ae-a7e0-3ab9b9833f1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23 ottobre 2026 (revisione 3.7):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168 versioni, 41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23 ottobre 2026 · rev. 3.7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23 ottobre 2026 · rev. 3.7</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41</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≈39.500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168</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41</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≈39.500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2026-10-23T07:52:08Z</dcterms:created>
  <dcterms:modified xsi:type="dcterms:W3CDTF">2026-10-23T07:52:08Z</dcterms:modified>
</cp:coreProperties>
</file>