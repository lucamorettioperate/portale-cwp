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7daa843-f69f-22aa-f7f7-0848da1ad14d}">
          <p14:sldIdLst>
            <p14:sldId id="256"/>
          </p14:sldIdLst>
        </p14:section>
        <p14:section name="Metodologia" id="{b60a9904-f983-0acb-fff8-c4e7b9e025e4}">
          <p14:sldIdLst>
            <p14:sldId id="257"/>
          </p14:sldIdLst>
        </p14:section>
        <p14:section name="Analisi funzionale" id="{eb8bda65-fc9a-eade-0826-4215074b7768}">
          <p14:sldIdLst>
            <p14:sldId id="258"/>
            <p14:sldId id="259"/>
          </p14:sldIdLst>
        </p14:section>
        <p14:section name="Già realtà" id="{c8457c7b-bb06-e627-456c-f32fd4086dfa}">
          <p14:sldIdLst>
            <p14:sldId id="260"/>
          </p14:sldIdLst>
        </p14:section>
        <p14:section name="Architettura e ruoli" id="{ff2c561e-367d-9676-a552-6dce728c617c}">
          <p14:sldIdLst>
            <p14:sldId id="261"/>
            <p14:sldId id="262"/>
          </p14:sldIdLst>
        </p14:section>
        <p14:section name="Novità" id="{c4aa8a66-57ab-ef8c-0859-ebdcab55f222}">
          <p14:sldIdLst>
            <p14:sldId id="263"/>
          </p14:sldIdLst>
        </p14:section>
        <p14:section name="Punti aperti" id="{6280b062-8f54-ea35-3473-c1aaa3db0928}">
          <p14:sldIdLst>
            <p14:sldId id="264"/>
            <p14:sldId id="265"/>
            <p14:sldId id="266"/>
            <p14:sldId id="267"/>
            <p14:sldId id="268"/>
          </p14:sldIdLst>
        </p14:section>
        <p14:section name="Scelte da prendere" id="{cfb92953-455b-ee86-4f74-996429d80801}">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22 ottobre 2026 (revisione 3.5):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156 versioni, 39 script del database e 7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22 ottobre 2026 · rev. 3.5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22 ottobre 2026 · rev. 3.5</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39</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7</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≈37.100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156</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39</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≈37.100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ogni giorno alle 20 dal Mac nella cartella Drive Cwp › backup (Google blocca Apps Script)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rilievi N01-N06 (22/10) corretti su un ramo da rilasciare;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2026-10-22T06:10:17Z</dcterms:created>
  <dcterms:modified xsi:type="dcterms:W3CDTF">2026-10-22T06:10:17Z</dcterms:modified>
</cp:coreProperties>
</file>