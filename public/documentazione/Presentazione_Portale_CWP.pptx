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202eb85-d8c3-ce69-b2e5-3f289672d84f}">
          <p14:sldIdLst>
            <p14:sldId id="256"/>
          </p14:sldIdLst>
        </p14:section>
        <p14:section name="Metodologia" id="{bd24c1bc-173b-a2e8-ffde-fb8cae318fa9}">
          <p14:sldIdLst>
            <p14:sldId id="257"/>
          </p14:sldIdLst>
        </p14:section>
        <p14:section name="Analisi funzionale" id="{df2e04a7-02ec-d846-ef84-9fc4154153e7}">
          <p14:sldIdLst>
            <p14:sldId id="258"/>
            <p14:sldId id="259"/>
          </p14:sldIdLst>
        </p14:section>
        <p14:section name="Già realtà" id="{2ae0751a-399c-447a-89ca-5155b5341819}">
          <p14:sldIdLst>
            <p14:sldId id="260"/>
          </p14:sldIdLst>
        </p14:section>
        <p14:section name="Architettura e ruoli" id="{9d864373-5df9-aab3-d0c4-6f5bbd212da5}">
          <p14:sldIdLst>
            <p14:sldId id="261"/>
            <p14:sldId id="262"/>
          </p14:sldIdLst>
        </p14:section>
        <p14:section name="Novità" id="{2f75082e-3656-a624-a4fa-eed0fb408a26}">
          <p14:sldIdLst>
            <p14:sldId id="263"/>
          </p14:sldIdLst>
        </p14:section>
        <p14:section name="Punti aperti" id="{b417c3ce-90b3-5746-dc07-2b3b12952897}">
          <p14:sldIdLst>
            <p14:sldId id="264"/>
            <p14:sldId id="265"/>
            <p14:sldId id="266"/>
            <p14:sldId id="267"/>
            <p14:sldId id="268"/>
          </p14:sldIdLst>
        </p14:section>
        <p14:section name="Scelte da prendere" id="{7ec79774-36da-2bd9-db7a-2d095fa8c68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21 ottobre 2026 (revisione 3.0):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133 versioni, 35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21 ottobre 2026 · rev. 3.0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21 ottobre 2026 · rev. 3.0</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35</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133</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35</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≈33.900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riordinati per ruolo, «Marketplaces» in arrivo; 8 documenti ufficiali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su Google Drive alle 13 e alle 21 (pronto dal 21/10, da installare)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2026-10-21T09:18:56Z</dcterms:created>
  <dcterms:modified xsi:type="dcterms:W3CDTF">2026-10-21T09:18:56Z</dcterms:modified>
</cp:coreProperties>
</file>