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389c992-6cc9-d34d-778f-5e4370e25f31}">
          <p14:sldIdLst>
            <p14:sldId id="256"/>
          </p14:sldIdLst>
        </p14:section>
        <p14:section name="Metodologia" id="{8a64079c-436d-e523-2cd8-61fc500afe86}">
          <p14:sldIdLst>
            <p14:sldId id="257"/>
          </p14:sldIdLst>
        </p14:section>
        <p14:section name="Analisi funzionale" id="{b7510797-6001-2773-eacb-9dd907ae4ea0}">
          <p14:sldIdLst>
            <p14:sldId id="258"/>
            <p14:sldId id="259"/>
          </p14:sldIdLst>
        </p14:section>
        <p14:section name="Già realtà" id="{3fff82dd-3c4d-7505-8c51-554cde44d35c}">
          <p14:sldIdLst>
            <p14:sldId id="260"/>
          </p14:sldIdLst>
        </p14:section>
        <p14:section name="Architettura e ruoli" id="{aa2fdb58-8960-7782-e6c1-10d0b6c334cb}">
          <p14:sldIdLst>
            <p14:sldId id="261"/>
            <p14:sldId id="262"/>
          </p14:sldIdLst>
        </p14:section>
        <p14:section name="Novità" id="{2986b862-75d4-5f19-81e9-06b3814b90de}">
          <p14:sldIdLst>
            <p14:sldId id="263"/>
          </p14:sldIdLst>
        </p14:section>
        <p14:section name="Punti aperti" id="{15fb2deb-a5ca-2361-14cb-46fd8a320fd5}">
          <p14:sldIdLst>
            <p14:sldId id="264"/>
            <p14:sldId id="265"/>
            <p14:sldId id="266"/>
            <p14:sldId id="267"/>
            <p14:sldId id="268"/>
          </p14:sldIdLst>
        </p14:section>
        <p14:section name="Scelte da prendere" id="{4a283d3e-d59a-fc2f-5b51-e8cdbc984ba3}">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21 ottobre 2026 (revisione 3.2):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138 versioni, 36 script del database e 7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21 ottobre 2026 · rev. 3.2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21 ottobre 2026 · rev. 3.2</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36</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7</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≈36.000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138</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36</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≈36.000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«News»,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su Google Drive alle 13 e alle 21 (pronto dal 21/10, da installare)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2026-10-21T09:56:08Z</dcterms:created>
  <dcterms:modified xsi:type="dcterms:W3CDTF">2026-10-21T09:56:08Z</dcterms:modified>
</cp:coreProperties>
</file>