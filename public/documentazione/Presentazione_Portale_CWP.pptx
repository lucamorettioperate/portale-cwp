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81f59b5-1b41-3cf4-b12f-46ef4763a50c}">
          <p14:sldIdLst>
            <p14:sldId id="256"/>
          </p14:sldIdLst>
        </p14:section>
        <p14:section name="Metodologia" id="{6d85eec5-92c5-f15d-59c1-e46479db9ab7}">
          <p14:sldIdLst>
            <p14:sldId id="257"/>
          </p14:sldIdLst>
        </p14:section>
        <p14:section name="Analisi funzionale" id="{52821a7b-8d4c-b913-ed9e-fbefab313b56}">
          <p14:sldIdLst>
            <p14:sldId id="258"/>
            <p14:sldId id="259"/>
          </p14:sldIdLst>
        </p14:section>
        <p14:section name="Già realtà" id="{6c387520-900e-4abc-a9eb-4b995ad2b702}">
          <p14:sldIdLst>
            <p14:sldId id="260"/>
          </p14:sldIdLst>
        </p14:section>
        <p14:section name="Architettura e ruoli" id="{d48ae69c-de18-6727-cb30-bbc23bd27bb9}">
          <p14:sldIdLst>
            <p14:sldId id="261"/>
            <p14:sldId id="262"/>
          </p14:sldIdLst>
        </p14:section>
        <p14:section name="Novità" id="{d8ebbb0e-922c-e772-8742-af1629613ddd}">
          <p14:sldIdLst>
            <p14:sldId id="263"/>
          </p14:sldIdLst>
        </p14:section>
        <p14:section name="Punti aperti" id="{dc7ef810-b2f9-2400-413b-d14bd0df313c}">
          <p14:sldIdLst>
            <p14:sldId id="264"/>
            <p14:sldId id="265"/>
            <p14:sldId id="266"/>
            <p14:sldId id="267"/>
            <p14:sldId id="268"/>
          </p14:sldIdLst>
        </p14:section>
        <p14:section name="Scelte da prendere" id="{ba012493-ff0e-5567-6048-5763374e7ee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19 ottobre 2026 (revisione 2.2):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114 versioni, 31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19 ottobre 2026 · rev. 2.2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19 ottobre 2026 · rev. 2.2</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31</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≈29.900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114</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≈29.900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con accesso completo; luca.moretti@operate.it è il principale e non si modifica né si cancella; si eliminano solo gli utenti mai attivi</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risponde dai manuali e dalle tariffe (attivo dal 19/10)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secondo metodo «per utenza, solo utenze virtuose», come nell'Allegato A EsaCom, con buffer del Capitolo 7</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2026-10-19T16:31:49Z</dcterms:created>
  <dcterms:modified xsi:type="dcterms:W3CDTF">2026-10-19T16:31:49Z</dcterms:modified>
</cp:coreProperties>
</file>