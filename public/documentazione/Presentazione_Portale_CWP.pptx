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5e9868b-e0b4-7885-80df-cd364c70f8df}">
          <p14:sldIdLst>
            <p14:sldId id="256"/>
          </p14:sldIdLst>
        </p14:section>
        <p14:section name="Metodologia" id="{1d8b734c-9c96-2e9b-2dd6-1d4b2da01bf2}">
          <p14:sldIdLst>
            <p14:sldId id="257"/>
          </p14:sldIdLst>
        </p14:section>
        <p14:section name="Analisi funzionale" id="{755e2a8a-37f9-7fe0-9cdc-25d2a78a1602}">
          <p14:sldIdLst>
            <p14:sldId id="258"/>
            <p14:sldId id="259"/>
          </p14:sldIdLst>
        </p14:section>
        <p14:section name="Già realtà" id="{9f5e08a2-a28f-d1fb-bdd7-6a4ea925fdfe}">
          <p14:sldIdLst>
            <p14:sldId id="260"/>
          </p14:sldIdLst>
        </p14:section>
        <p14:section name="Architettura e ruoli" id="{33fce3fb-f9a4-7bfb-a39b-59fe5a6ffa39}">
          <p14:sldIdLst>
            <p14:sldId id="261"/>
            <p14:sldId id="262"/>
          </p14:sldIdLst>
        </p14:section>
        <p14:section name="Novità" id="{06331929-8cc5-7233-e1ee-18f41cd60402}">
          <p14:sldIdLst>
            <p14:sldId id="263"/>
          </p14:sldIdLst>
        </p14:section>
        <p14:section name="Punti aperti" id="{9cc28a90-d165-2951-5877-409913f9e3d8}">
          <p14:sldIdLst>
            <p14:sldId id="264"/>
            <p14:sldId id="265"/>
            <p14:sldId id="266"/>
            <p14:sldId id="267"/>
            <p14:sldId id="268"/>
          </p14:sldIdLst>
        </p14:section>
        <p14:section name="Scelte da prendere" id="{210268a0-f5c2-6777-6f7b-136941cb713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22 ottobre 2026 (revisione 3.6):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162 versioni, 39 script del database e 7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22 ottobre 2026 · rev. 3.6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22 ottobre 2026 · rev. 3.6</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39</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7</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≈37.300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162</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39</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≈37.300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(pronto, da installare sul Mac)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rilievi N01-N06 (22/10) corretti e in produzione;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navigazione da smartphone (22/10);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2026-10-22T12:48:23Z</dcterms:created>
  <dcterms:modified xsi:type="dcterms:W3CDTF">2026-10-22T12:48:23Z</dcterms:modified>
</cp:coreProperties>
</file>