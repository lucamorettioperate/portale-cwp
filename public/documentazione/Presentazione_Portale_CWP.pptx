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d3283bdd-b4ed-302a-deb0-b9442ddeecd9}">
          <p14:sldIdLst>
            <p14:sldId id="256"/>
          </p14:sldIdLst>
        </p14:section>
        <p14:section name="Metodologia" id="{42dcc5b8-6dc8-6780-6ab4-2522678b9a03}">
          <p14:sldIdLst>
            <p14:sldId id="257"/>
          </p14:sldIdLst>
        </p14:section>
        <p14:section name="Analisi funzionale" id="{7e921f03-fbfc-167f-e7f9-fd38ad486983}">
          <p14:sldIdLst>
            <p14:sldId id="258"/>
            <p14:sldId id="259"/>
          </p14:sldIdLst>
        </p14:section>
        <p14:section name="Già realtà" id="{e467d7b6-0a51-6511-6496-3caa113fbce3}">
          <p14:sldIdLst>
            <p14:sldId id="260"/>
          </p14:sldIdLst>
        </p14:section>
        <p14:section name="Architettura e ruoli" id="{ed1a7542-5e02-3ad9-391c-d5212335e3d9}">
          <p14:sldIdLst>
            <p14:sldId id="261"/>
            <p14:sldId id="262"/>
          </p14:sldIdLst>
        </p14:section>
        <p14:section name="Novità" id="{2a0def76-db1d-2765-11db-42c9c1a75aa4}">
          <p14:sldIdLst>
            <p14:sldId id="263"/>
          </p14:sldIdLst>
        </p14:section>
        <p14:section name="Punti aperti" id="{b1eb82c0-1da0-dfc7-1785-056cf8103f18}">
          <p14:sldIdLst>
            <p14:sldId id="264"/>
            <p14:sldId id="265"/>
            <p14:sldId id="266"/>
            <p14:sldId id="267"/>
            <p14:sldId id="268"/>
          </p14:sldIdLst>
        </p14:section>
        <p14:section name="Scelte da prendere" id="{f3cfbc14-ff56-e0a6-2b0c-35d1f6592e59}">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20 ottobre 2026 (revisione 2.5):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118 versioni, 33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trail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20 ottobre 2026 · rev. 2.5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20 ottobre 2026 · rev. 2.5</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33</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≈31.800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118</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33</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≈31.800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trail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a:t>
            </a:r>
            <a:endParaRPr lang="en-US" sz="1350" dirty="0"/>
          </a:p>
          <a:p>
            <a:pPr indent="0" marL="0">
              <a:spcAft>
                <a:spcPts val="500"/>
              </a:spcAft>
              <a:buNone/>
            </a:pPr>
            <a:r>
              <a:rPr lang="en-US" sz="1350" b="1" dirty="0">
                <a:solidFill>
                  <a:schemeClr val="tx2"/>
                </a:solidFill>
              </a:rPr>
              <a:t>Documentazione</a:t>
            </a:r>
            <a:endParaRPr lang="en-US" sz="1350" dirty="0"/>
          </a:p>
          <a:p>
            <a:pPr indent="0" marL="0">
              <a:spcAft>
                <a:spcPts val="500"/>
              </a:spcAft>
              <a:buNone/>
            </a:pPr>
            <a:r>
              <a:rPr lang="en-US" sz="1200" dirty="0">
                <a:solidFill>
                  <a:schemeClr val="tx1"/>
                </a:solidFill>
              </a:rPr>
              <a:t>gli 8 documenti ufficiali del Programma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assistente virtuale (attivo dal 19/10; poi messaggi d'errore in italiano, Operatori e aiuto sulla pratica);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2026-10-20T13:12:46Z</dcterms:created>
  <dcterms:modified xsi:type="dcterms:W3CDTF">2026-10-20T13:12:46Z</dcterms:modified>
</cp:coreProperties>
</file>