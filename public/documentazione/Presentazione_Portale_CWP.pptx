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4a212da7-d221-630e-7220-f1fee0c7da03}">
          <p14:sldIdLst>
            <p14:sldId id="256"/>
          </p14:sldIdLst>
        </p14:section>
        <p14:section name="Metodologia" id="{5b9d2488-e8d7-70c1-76f6-951a56f1ba52}">
          <p14:sldIdLst>
            <p14:sldId id="257"/>
          </p14:sldIdLst>
        </p14:section>
        <p14:section name="Analisi funzionale" id="{25a870c3-928c-a5f1-7e40-83c1518f59e7}">
          <p14:sldIdLst>
            <p14:sldId id="258"/>
            <p14:sldId id="259"/>
          </p14:sldIdLst>
        </p14:section>
        <p14:section name="Già realtà" id="{62511de9-31fd-9504-1c98-06bdaff5e8ff}">
          <p14:sldIdLst>
            <p14:sldId id="260"/>
          </p14:sldIdLst>
        </p14:section>
        <p14:section name="Architettura e ruoli" id="{9412beb7-1b98-adb4-f50c-776da49f49d4}">
          <p14:sldIdLst>
            <p14:sldId id="261"/>
            <p14:sldId id="262"/>
          </p14:sldIdLst>
        </p14:section>
        <p14:section name="Novità" id="{c9a5a7f7-8fe8-9150-65e8-659fa4f040da}">
          <p14:sldIdLst>
            <p14:sldId id="263"/>
          </p14:sldIdLst>
        </p14:section>
        <p14:section name="Punti aperti" id="{b71b4f52-6662-e2e7-0efd-648c6cd7445d}">
          <p14:sldIdLst>
            <p14:sldId id="264"/>
            <p14:sldId id="265"/>
            <p14:sldId id="266"/>
            <p14:sldId id="267"/>
            <p14:sldId id="268"/>
          </p14:sldIdLst>
        </p14:section>
        <p14:section name="Scelte da prendere" id="{54164ed9-bca7-fa62-3b73-f5d0259fa0a4}">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21 ottobre 2026 (revisione 3.4):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154 versioni, 38 script del database e 7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21 ottobre 2026 · rev. 3.4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21 ottobre 2026 · rev. 3.4</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38</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7</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≈36.500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154</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38</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≈36.500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ogni giorno alle 20 dal Mac nella cartella Drive Cwp › backup (Google blocca Apps Script)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2026-10-21T12:35:50Z</dcterms:created>
  <dcterms:modified xsi:type="dcterms:W3CDTF">2026-10-21T12:35:50Z</dcterms:modified>
</cp:coreProperties>
</file>