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49521ab-567c-edc4-f20c-d2c28398f0f4}">
          <p14:sldIdLst>
            <p14:sldId id="256"/>
          </p14:sldIdLst>
        </p14:section>
        <p14:section name="Metodologia" id="{a561608e-bdf1-5d59-a9fe-28c01bf7f31b}">
          <p14:sldIdLst>
            <p14:sldId id="257"/>
          </p14:sldIdLst>
        </p14:section>
        <p14:section name="Analisi funzionale" id="{ef9a5f01-c515-ff03-49f9-cb0a93ff5cd0}">
          <p14:sldIdLst>
            <p14:sldId id="258"/>
            <p14:sldId id="259"/>
          </p14:sldIdLst>
        </p14:section>
        <p14:section name="Già realtà" id="{2675d8c3-0239-e770-547f-96f1b65c4183}">
          <p14:sldIdLst>
            <p14:sldId id="260"/>
          </p14:sldIdLst>
        </p14:section>
        <p14:section name="Architettura e ruoli" id="{7a4812b8-7665-6757-eb0e-9a62f20c2e53}">
          <p14:sldIdLst>
            <p14:sldId id="261"/>
            <p14:sldId id="262"/>
          </p14:sldIdLst>
        </p14:section>
        <p14:section name="Novità" id="{41139592-fbdb-1487-7d71-b015d452ce0c}">
          <p14:sldIdLst>
            <p14:sldId id="263"/>
          </p14:sldIdLst>
        </p14:section>
        <p14:section name="Punti aperti" id="{6f0005d9-7549-9279-6ec2-5141289bbf90}">
          <p14:sldIdLst>
            <p14:sldId id="264"/>
            <p14:sldId id="265"/>
            <p14:sldId id="266"/>
            <p14:sldId id="267"/>
            <p14:sldId id="268"/>
          </p14:sldIdLst>
        </p14:section>
        <p14:section name="Scelte da prendere" id="{7ac91522-762e-148b-3756-2c7dbf672cc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2.4):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117 versioni, 32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2.4</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32</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≈31.000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117</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32</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≈31.000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non si modifica né si cancella, e vede chi è online, su quale pagina e da quanto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2026-10-20T12:59:34Z</dcterms:created>
  <dcterms:modified xsi:type="dcterms:W3CDTF">2026-10-20T12:59:34Z</dcterms:modified>
</cp:coreProperties>
</file>