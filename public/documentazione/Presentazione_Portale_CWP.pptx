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f10fc11-3f19-a0fd-2fae-7751656cb15a}">
          <p14:sldIdLst>
            <p14:sldId id="256"/>
          </p14:sldIdLst>
        </p14:section>
        <p14:section name="Metodologia" id="{65d0dc4b-f875-12e2-c0c9-5cc299a1027e}">
          <p14:sldIdLst>
            <p14:sldId id="257"/>
          </p14:sldIdLst>
        </p14:section>
        <p14:section name="Analisi funzionale" id="{42d85fcd-c7ef-9c32-039c-5dbff3bbe675}">
          <p14:sldIdLst>
            <p14:sldId id="258"/>
            <p14:sldId id="259"/>
          </p14:sldIdLst>
        </p14:section>
        <p14:section name="Già realtà" id="{a393900a-0a23-1111-4766-57a69911a0e9}">
          <p14:sldIdLst>
            <p14:sldId id="260"/>
          </p14:sldIdLst>
        </p14:section>
        <p14:section name="Architettura e ruoli" id="{c131fd75-63c1-f8c9-ef25-a2f383bdaf16}">
          <p14:sldIdLst>
            <p14:sldId id="261"/>
            <p14:sldId id="262"/>
          </p14:sldIdLst>
        </p14:section>
        <p14:section name="Novità" id="{86497412-54fc-7955-90be-c3e6a6b0fc94}">
          <p14:sldIdLst>
            <p14:sldId id="263"/>
          </p14:sldIdLst>
        </p14:section>
        <p14:section name="Punti aperti" id="{e73e0be0-ee22-5dfd-0bc1-1ac11e9858df}">
          <p14:sldIdLst>
            <p14:sldId id="264"/>
            <p14:sldId id="265"/>
            <p14:sldId id="266"/>
            <p14:sldId id="267"/>
            <p14:sldId id="268"/>
          </p14:sldIdLst>
        </p14:section>
        <p14:section name="Scelte da prendere" id="{d43f38ea-4fbf-427d-414e-d2651163f10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23 ottobre 2026 (revisione 3.8):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172 versioni, 42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23 ottobre 2026 · rev. 3.8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23 ottobre 2026 · rev. 3.8</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kg misurati di ogni utenza (Banca Dati Utenze dell'anno),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42</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≈39.900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172</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42</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≈39.900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nomi visibili solo allo staff, ogni consultazione nell'audit</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(pronto, da installare sul Mac)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rilievi N01-N06 (22/10) corretti e in produzione;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navigazione da smartphone (22/10); Banca Dati Utenze per utenza nel calcolo (22-23/10); valore dei crediti in Dashboard (23/10);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2026-10-23T08:28:34Z</dcterms:created>
  <dcterms:modified xsi:type="dcterms:W3CDTF">2026-10-23T08:28:34Z</dcterms:modified>
</cp:coreProperties>
</file>