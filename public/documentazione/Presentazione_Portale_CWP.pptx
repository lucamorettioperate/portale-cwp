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8254153-624b-6dd5-9050-9b26aec9a4fc}">
          <p14:sldIdLst>
            <p14:sldId id="256"/>
          </p14:sldIdLst>
        </p14:section>
        <p14:section name="Metodologia" id="{f125ed4a-ee58-21e0-ece2-9e5403fbb52b}">
          <p14:sldIdLst>
            <p14:sldId id="257"/>
          </p14:sldIdLst>
        </p14:section>
        <p14:section name="Analisi funzionale" id="{c83395c9-64d0-9d18-6c54-c1f6a049e5b8}">
          <p14:sldIdLst>
            <p14:sldId id="258"/>
            <p14:sldId id="259"/>
          </p14:sldIdLst>
        </p14:section>
        <p14:section name="Già realtà" id="{0d8ece12-01b9-8d9c-2a94-04da554c68c7}">
          <p14:sldIdLst>
            <p14:sldId id="260"/>
          </p14:sldIdLst>
        </p14:section>
        <p14:section name="Architettura e ruoli" id="{d3ac0727-ef34-b629-21f0-84233058cb3f}">
          <p14:sldIdLst>
            <p14:sldId id="261"/>
            <p14:sldId id="262"/>
          </p14:sldIdLst>
        </p14:section>
        <p14:section name="Novità" id="{c87d1bcf-1c12-3be8-b7f8-fee18b377f8d}">
          <p14:sldIdLst>
            <p14:sldId id="263"/>
          </p14:sldIdLst>
        </p14:section>
        <p14:section name="Punti aperti" id="{041e1814-a862-34e8-698a-a6dfb7987d48}">
          <p14:sldIdLst>
            <p14:sldId id="264"/>
            <p14:sldId id="265"/>
            <p14:sldId id="266"/>
            <p14:sldId id="267"/>
            <p14:sldId id="268"/>
          </p14:sldIdLst>
        </p14:section>
        <p14:section name="Scelte da prendere" id="{9ebeba5e-36ed-6eaa-3399-280f2f217a99}">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20 ottobre 2026 (revisione 2.8):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123 versioni, 34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20 ottobre 2026 · rev. 2.8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20 ottobre 2026 · rev. 2.8</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34</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≈32.300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123</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34</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≈32.300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riordinati per ruolo, «Marketplaces» in arrivo; 8 documenti ufficiali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2026-10-20T14:08:48Z</dcterms:created>
  <dcterms:modified xsi:type="dcterms:W3CDTF">2026-10-20T14:08:48Z</dcterms:modified>
</cp:coreProperties>
</file>